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999f15ced4733" /><Relationship Type="http://schemas.openxmlformats.org/officeDocument/2006/relationships/extended-properties" Target="/docProps/app.xml" Id="Rc44ad85e2ce34b30" /><Relationship Type="http://schemas.openxmlformats.org/officeDocument/2006/relationships/officeDocument" Target="/ppt/presentation.xml" Id="R14b90b92966441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f2a0a010ef4acd"/>
  </p:sldMasterIdLst>
  <p:notesMasterIdLst>
    <p:notesMasterId xmlns:r="http://schemas.openxmlformats.org/officeDocument/2006/relationships" r:id="R543a27e6b8764418"/>
  </p:notesMasterIdLst>
  <p:sldIdLst>
    <p:sldId xmlns:r="http://schemas.openxmlformats.org/officeDocument/2006/relationships" id="256" r:id="Re93f710d45444f2c"/>
    <p:sldId xmlns:r="http://schemas.openxmlformats.org/officeDocument/2006/relationships" id="257" r:id="R4f45c24780314ffb"/>
    <p:sldId xmlns:r="http://schemas.openxmlformats.org/officeDocument/2006/relationships" id="258" r:id="R28ea2f77e5374f71"/>
    <p:sldId xmlns:r="http://schemas.openxmlformats.org/officeDocument/2006/relationships" id="259" r:id="Rd9fcd880ac464b6a"/>
    <p:sldId xmlns:r="http://schemas.openxmlformats.org/officeDocument/2006/relationships" id="260" r:id="Re9c46f2f33a348eb"/>
    <p:sldId xmlns:r="http://schemas.openxmlformats.org/officeDocument/2006/relationships" id="261" r:id="Raefa242b6e0d43f4"/>
    <p:sldId xmlns:r="http://schemas.openxmlformats.org/officeDocument/2006/relationships" id="262" r:id="R3889145af66049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85987833bb4a69" /><Relationship Type="http://schemas.openxmlformats.org/officeDocument/2006/relationships/slideMaster" Target="/ppt/slideMasters/slideMaster1.xml" Id="Rc7f2a0a010ef4acd" /><Relationship Type="http://schemas.openxmlformats.org/officeDocument/2006/relationships/notesMaster" Target="/ppt/notesMasters/notesMaster1.xml" Id="R543a27e6b8764418" /><Relationship Type="http://schemas.openxmlformats.org/officeDocument/2006/relationships/presProps" Target="/ppt/presProps.xml" Id="R4f549fdd88ce472a" /><Relationship Type="http://schemas.openxmlformats.org/officeDocument/2006/relationships/tableStyles" Target="/ppt/tableStyles.xml" Id="R8aea9b4da4f44282" /><Relationship Type="http://schemas.openxmlformats.org/officeDocument/2006/relationships/slide" Target="/ppt/slides/slide1.xml" Id="Re93f710d45444f2c" /><Relationship Type="http://schemas.openxmlformats.org/officeDocument/2006/relationships/slide" Target="/ppt/slides/slide2.xml" Id="R4f45c24780314ffb" /><Relationship Type="http://schemas.openxmlformats.org/officeDocument/2006/relationships/slide" Target="/ppt/slides/slide3.xml" Id="R28ea2f77e5374f71" /><Relationship Type="http://schemas.openxmlformats.org/officeDocument/2006/relationships/slide" Target="/ppt/slides/slide4.xml" Id="Rd9fcd880ac464b6a" /><Relationship Type="http://schemas.openxmlformats.org/officeDocument/2006/relationships/slide" Target="/ppt/slides/slide5.xml" Id="Re9c46f2f33a348eb" /><Relationship Type="http://schemas.openxmlformats.org/officeDocument/2006/relationships/slide" Target="/ppt/slides/slide6.xml" Id="Raefa242b6e0d43f4" /><Relationship Type="http://schemas.openxmlformats.org/officeDocument/2006/relationships/slide" Target="/ppt/slides/slide7.xml" Id="R3889145af660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5df04a765e46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fb3070d56c4b8f" /><Relationship Type="http://schemas.openxmlformats.org/officeDocument/2006/relationships/notesMaster" Target="/ppt/notesMasters/notesMaster1.xml" Id="Rf41b49ad9f5044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a0708374d0491d" /><Relationship Type="http://schemas.openxmlformats.org/officeDocument/2006/relationships/notesMaster" Target="/ppt/notesMasters/notesMaster1.xml" Id="R77d88d63ec0f49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fba54bbd9a42e9" /><Relationship Type="http://schemas.openxmlformats.org/officeDocument/2006/relationships/notesMaster" Target="/ppt/notesMasters/notesMaster1.xml" Id="R88448e3b072344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9ab0a5e9324c91" /><Relationship Type="http://schemas.openxmlformats.org/officeDocument/2006/relationships/notesMaster" Target="/ppt/notesMasters/notesMaster1.xml" Id="R15421a136eec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909f61a6f645b6" /><Relationship Type="http://schemas.openxmlformats.org/officeDocument/2006/relationships/notesMaster" Target="/ppt/notesMasters/notesMaster1.xml" Id="Re8b850cb54c64f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9fd1570c8f41c6" /><Relationship Type="http://schemas.openxmlformats.org/officeDocument/2006/relationships/notesMaster" Target="/ppt/notesMasters/notesMaster1.xml" Id="R656f5dd2f8f747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c7f99c64504e20" /><Relationship Type="http://schemas.openxmlformats.org/officeDocument/2006/relationships/notesMaster" Target="/ppt/notesMasters/notesMaster1.xml" Id="R1d092f722ee0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 1: project proposal, design, and initial implementation. Project topic: LLVM Pass Transformation Analyzer.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docs/PRD.md, sections 1–3 and 8. LLVM IR means intermediate representation. The tool observes existing compiler passes rather than implementing a new compiler.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docs/PRD.md, sections 4–8. These are project objectives. The CLI and report outputs remain pending, as shown on the final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docs/PRD.md, .planning/phases/01-cli-transformation-pipeline/01-CONTEXT.md, iris_analyzer/parser.py, and iris_analyzer/compiler.py. The analyzer does not implement its own lexer, parser for C, or optimization passes. Its parser reads LLVM dump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iris_analyzer/compiler.py, iris_analyzer/parser.py, iris_analyzer/model.py, docs/IMPLEMENTATION_PLAN.md. Data flow: C source into Clang, pass dump into parser, snapshots into change filter, retained snapshots into a future report writer. Implemented modules: compiler, parser, and model. Reporting and command-line integration remain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iris_analyzer/compiler.py, parser.py, model.py, tests/test_compiler.py, and tests/test_parser.py. subprocess uses shell=False. Compiler diagnostics are bounded to 4,000 characters. No finished command-line application or report generation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python3 -m unittest discover -s tests -v passes 21 tests on 2026-09-18. The compiler boundary tests mock subprocess execution. A real end-to-end Clang demo has not yet been completed. Supporting documents: docs/PRD.md, docs/IMPLEMENTATION_PLAN.md, and output/pdf/LLVM_Pass_Transformation_Analyzer_Proposal.pdf (tracked version).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6380da2d214b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db994ea6774f64" /><Relationship Type="http://schemas.openxmlformats.org/officeDocument/2006/relationships/slideLayout" Target="/ppt/slideLayouts/slideLayout1.xml" Id="R0ecf51745e1848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cf51745e1848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1f4ac9baf4bb9" /><Relationship Type="http://schemas.openxmlformats.org/officeDocument/2006/relationships/notesSlide" Target="/ppt/notesSlides/notesSlide1.xml" Id="R33ef589a60ba44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11a08a6504117" /><Relationship Type="http://schemas.openxmlformats.org/officeDocument/2006/relationships/notesSlide" Target="/ppt/notesSlides/notesSlide2.xml" Id="Rf6bde975d0dc41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36f54b77b4cb7" /><Relationship Type="http://schemas.openxmlformats.org/officeDocument/2006/relationships/notesSlide" Target="/ppt/notesSlides/notesSlide3.xml" Id="Rcb2c017ffc1f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a1373bed74e98" /><Relationship Type="http://schemas.openxmlformats.org/officeDocument/2006/relationships/notesSlide" Target="/ppt/notesSlides/notesSlide4.xml" Id="Rbe51f27f921d47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e82efff2b47a6" /><Relationship Type="http://schemas.openxmlformats.org/officeDocument/2006/relationships/notesSlide" Target="/ppt/notesSlides/notesSlide5.xml" Id="R39ff45b5712a41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9980d1bca4fc5" /><Relationship Type="http://schemas.openxmlformats.org/officeDocument/2006/relationships/notesSlide" Target="/ppt/notesSlides/notesSlide6.xml" Id="R3ed01ff87e7d48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a5a65fadb494b" /><Relationship Type="http://schemas.openxmlformats.org/officeDocument/2006/relationships/notesSlide" Target="/ppt/notesSlides/notesSlide7.xml" Id="Rc2be8899e9854b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0B674-12B3-42D2-8ADD-F89DFBF3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4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Compiler Lab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83F03-2CA3-42BC-95A6-E67A9E6A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Vian Mangal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1BC8E-D428-4BD1-92B6-88157B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24BAI0134</a:t>
            </a:r>
          </a:p>
        </p:txBody>
      </p:sp>
    </p:spTree>
    <p:extLst>
      <p:ext uri="{BB962C8B-B14F-4D97-AF65-F5344CB8AC3E}">
        <p14:creationId xmlns:p14="http://schemas.microsoft.com/office/powerpoint/2010/main" val="1402831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8C691-4189-423A-A3B3-DD929D28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Topic and 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BA6A7-062B-47E9-8C66-FD3E3DC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Topic: LLVM Pass Transformation Analyzer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Segfault P01, under Explainable Compilers.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D622C-5223-49DA-9102-F7051D51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Problem: LLVM produces many optimization pass dumps.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Finding which passes changed the code is difficult.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B8A58-6AF7-4360-B03F-6EEE4AA1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Motivation: Help students understand optimization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without reading a long compiler log.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B6390-B0EA-4D9A-B498-549A38E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Why this topic: A small local project using Clang.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GPU, database, or AI model is required.</a:t>
            </a:r>
          </a:p>
        </p:txBody>
      </p:sp>
    </p:spTree>
    <p:extLst>
      <p:ext uri="{BB962C8B-B14F-4D97-AF65-F5344CB8AC3E}">
        <p14:creationId xmlns:p14="http://schemas.microsoft.com/office/powerpoint/2010/main" val="1071975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1FB76-D44E-4549-BBC9-95FAB4A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F0C43-6E22-42CE-B118-C3A61990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Capture LLVM IR snapshots from a small C program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using the Clang optimization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DE09F-C348-4B0C-B32D-3F8C99F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Identify the pass name, scope, and execution order.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Keep snapshots that change the 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D3A8E-FE9B-4757-ABC5-C9284A09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Planned output: A readable transformation timeline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with saved IR snapshots and a JSON manifest.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E242A-CDCD-4B45-9177-D14705A9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Scope: Local analysis of small C files.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program execution, GPU support, or public server.</a:t>
            </a:r>
          </a:p>
        </p:txBody>
      </p:sp>
    </p:spTree>
    <p:extLst>
      <p:ext uri="{BB962C8B-B14F-4D97-AF65-F5344CB8AC3E}">
        <p14:creationId xmlns:p14="http://schemas.microsoft.com/office/powerpoint/2010/main" val="1549797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7F062-E1B9-400E-972A-1E06C4E5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Background and Compiler Concepts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4F98-4885-4F5E-86CE-07AEA7AE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Background study: Clang can expose LLVM pass dumps.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analyzer organizes these dumps into useful changes.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32BE4-02D3-47C9-B41A-CAFF5522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Frontend: Clang handles lexical analysis, parsing,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and semantic checks for the input C program.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EE875-D5D9-44C2-B169-86D8A26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Intermediate representation: LLVM IR describes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program operations before final machine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4DF72-B854-4BC1-87AF-FC5B491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Optimization passes: Compare consecutive IR states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within the same function or module scope.</a:t>
            </a:r>
          </a:p>
        </p:txBody>
      </p:sp>
    </p:spTree>
    <p:extLst>
      <p:ext uri="{BB962C8B-B14F-4D97-AF65-F5344CB8AC3E}">
        <p14:creationId xmlns:p14="http://schemas.microsoft.com/office/powerpoint/2010/main" val="13653868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82C2E-2C22-4509-9C3D-5DB05CC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System Design and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3D41D-89E3-4D4E-A239-764D9877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Input and compiler capture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Resolve Clang and capture its optimization pass output.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34A08-F9D6-4B1C-A1A6-E7837161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Snapshot parser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Extract pass names, scopes, ordering, and IR 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D0954-1BDE-488C-8B66-40DD6468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Change filtering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Normalize formatting and compare snapshots per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26796-6851-4D92-A7D1-F926AB5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Reporting, planned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Write the retained timeline and snapshots to files.</a:t>
            </a:r>
          </a:p>
        </p:txBody>
      </p:sp>
    </p:spTree>
    <p:extLst>
      <p:ext uri="{BB962C8B-B14F-4D97-AF65-F5344CB8AC3E}">
        <p14:creationId xmlns:p14="http://schemas.microsoft.com/office/powerpoint/2010/main" val="1368729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66A19-15B6-4945-9CCD-7FD38A92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Technology Stack and Initial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7E276-8575-48D5-AD92-90904931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Python 3.10+ and its standard library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external Python package is required for the analyzer.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34194-3BCA-4F65-89C3-7E1DA9AC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Clang and LLVM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compiler wrapper requests IR dumps at -O1.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E5841-7594-4873-B473-11C8704A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Working prototype: Compiler wrapper and IR parser.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It filters unchanged dumps and limits retained snapshots.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A0F7F-9C84-400B-BCEB-C0E54C45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Error handling: Missing compiler, launch failures,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compilation errors, and a 30-second timeout.</a:t>
            </a:r>
          </a:p>
        </p:txBody>
      </p:sp>
    </p:spTree>
    <p:extLst>
      <p:ext uri="{BB962C8B-B14F-4D97-AF65-F5344CB8AC3E}">
        <p14:creationId xmlns:p14="http://schemas.microsoft.com/office/powerpoint/2010/main" val="1521980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921FC-4CE6-483B-AE2E-66DF1EC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36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Testing, Progress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F621-B19C-4E96-97FD-C0686169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Test result: All 21 unit tests pass.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Coverage includes parsing, filtering, and compiler errors.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2237B-279C-4C64-AD80-6A4AF2C2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Completed: Proposal, PRD, implementation plan,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and the initial compiler-capture and parsing modules.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1652A-EBD8-4FBB-84AE-8D747BB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Pending: CLI, JSON and Markdown reports,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saved IR files, and a real Clang integration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23132-0451-4AEB-A60B-A21DC8DF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Conclusion: The core prototype is ready to extend.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full Phase 1 workflow is still in progress.</a:t>
            </a:r>
          </a:p>
        </p:txBody>
      </p:sp>
    </p:spTree>
    <p:extLst>
      <p:ext uri="{BB962C8B-B14F-4D97-AF65-F5344CB8AC3E}">
        <p14:creationId xmlns:p14="http://schemas.microsoft.com/office/powerpoint/2010/main" val="43605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2026-09-18T08:53:36.4690000Z</dcterms:created>
  <dcterms:modified xsi:type="dcterms:W3CDTF">2026-09-18T08:53:36.4690000Z</dcterms:modified>
</coreProperties>
</file>
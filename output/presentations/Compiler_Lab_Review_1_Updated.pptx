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b47a57dfc94a2b" /><Relationship Type="http://schemas.openxmlformats.org/officeDocument/2006/relationships/extended-properties" Target="/docProps/app.xml" Id="R216a6216f0e44c5d" /><Relationship Type="http://schemas.openxmlformats.org/officeDocument/2006/relationships/officeDocument" Target="/ppt/presentation.xml" Id="Rf5a702672f6c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5c5ad496214232"/>
  </p:sldMasterIdLst>
  <p:notesMasterIdLst>
    <p:notesMasterId xmlns:r="http://schemas.openxmlformats.org/officeDocument/2006/relationships" r:id="R1c9c1fb668334c2c"/>
  </p:notesMasterIdLst>
  <p:sldIdLst>
    <p:sldId xmlns:r="http://schemas.openxmlformats.org/officeDocument/2006/relationships" id="256" r:id="R77675404dd7643b5"/>
    <p:sldId xmlns:r="http://schemas.openxmlformats.org/officeDocument/2006/relationships" id="257" r:id="Rfa86107fe2b7433b"/>
    <p:sldId xmlns:r="http://schemas.openxmlformats.org/officeDocument/2006/relationships" id="258" r:id="Rb5e6350281f84ba4"/>
    <p:sldId xmlns:r="http://schemas.openxmlformats.org/officeDocument/2006/relationships" id="259" r:id="R38b235f7188b4b9f"/>
    <p:sldId xmlns:r="http://schemas.openxmlformats.org/officeDocument/2006/relationships" id="260" r:id="R3879d5fd05c448ee"/>
    <p:sldId xmlns:r="http://schemas.openxmlformats.org/officeDocument/2006/relationships" id="261" r:id="R7a03702e8e2949ac"/>
    <p:sldId xmlns:r="http://schemas.openxmlformats.org/officeDocument/2006/relationships" id="262" r:id="R3ba5f417db634b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06a13e9ea74e3e" /><Relationship Type="http://schemas.openxmlformats.org/officeDocument/2006/relationships/slideMaster" Target="/ppt/slideMasters/slideMaster1.xml" Id="Rd95c5ad496214232" /><Relationship Type="http://schemas.openxmlformats.org/officeDocument/2006/relationships/notesMaster" Target="/ppt/notesMasters/notesMaster1.xml" Id="R1c9c1fb668334c2c" /><Relationship Type="http://schemas.openxmlformats.org/officeDocument/2006/relationships/presProps" Target="/ppt/presProps.xml" Id="R93204e17585c4bdf" /><Relationship Type="http://schemas.openxmlformats.org/officeDocument/2006/relationships/tableStyles" Target="/ppt/tableStyles.xml" Id="R8a8ead342cad43e7" /><Relationship Type="http://schemas.openxmlformats.org/officeDocument/2006/relationships/slide" Target="/ppt/slides/slide1.xml" Id="R77675404dd7643b5" /><Relationship Type="http://schemas.openxmlformats.org/officeDocument/2006/relationships/slide" Target="/ppt/slides/slide2.xml" Id="Rfa86107fe2b7433b" /><Relationship Type="http://schemas.openxmlformats.org/officeDocument/2006/relationships/slide" Target="/ppt/slides/slide3.xml" Id="Rb5e6350281f84ba4" /><Relationship Type="http://schemas.openxmlformats.org/officeDocument/2006/relationships/slide" Target="/ppt/slides/slide4.xml" Id="R38b235f7188b4b9f" /><Relationship Type="http://schemas.openxmlformats.org/officeDocument/2006/relationships/slide" Target="/ppt/slides/slide5.xml" Id="R3879d5fd05c448ee" /><Relationship Type="http://schemas.openxmlformats.org/officeDocument/2006/relationships/slide" Target="/ppt/slides/slide6.xml" Id="R7a03702e8e2949ac" /><Relationship Type="http://schemas.openxmlformats.org/officeDocument/2006/relationships/slide" Target="/ppt/slides/slide7.xml" Id="R3ba5f417db63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e1d581742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a211e1a334a9e" /><Relationship Type="http://schemas.openxmlformats.org/officeDocument/2006/relationships/notesMaster" Target="/ppt/notesMasters/notesMaster1.xml" Id="Rd39b33537fb54d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9372cdcffc4a76" /><Relationship Type="http://schemas.openxmlformats.org/officeDocument/2006/relationships/notesMaster" Target="/ppt/notesMasters/notesMaster1.xml" Id="R9e0e0904421342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7db393bb24e8e" /><Relationship Type="http://schemas.openxmlformats.org/officeDocument/2006/relationships/notesMaster" Target="/ppt/notesMasters/notesMaster1.xml" Id="R2f99707ee60b4d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e17a377f1b4278" /><Relationship Type="http://schemas.openxmlformats.org/officeDocument/2006/relationships/notesMaster" Target="/ppt/notesMasters/notesMaster1.xml" Id="Re3fd0d6957cd47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612519f374c16" /><Relationship Type="http://schemas.openxmlformats.org/officeDocument/2006/relationships/notesMaster" Target="/ppt/notesMasters/notesMaster1.xml" Id="Re385e6c196504c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3108cee1a84ed5" /><Relationship Type="http://schemas.openxmlformats.org/officeDocument/2006/relationships/notesMaster" Target="/ppt/notesMasters/notesMaster1.xml" Id="R755fb1d57a7848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21ad69f2e4ee3" /><Relationship Type="http://schemas.openxmlformats.org/officeDocument/2006/relationships/notesMaster" Target="/ppt/notesMasters/notesMaster1.xml" Id="R620f924d9ac642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1: project proposal, design, and initial implementation. Project topic: LLVM Pass Transformation Analyzer.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docs/PRD.md, sections 1–3 and 8. LLVM IR means intermediate representation. The tool observes existing compiler passes rather than implementing a new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docs/PRD.md, sections 4–8. These are project objectives. The CLI and report outputs remain pending, as shown on the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docs/PRD.md, .planning/phases/01-cli-transformation-pipeline/01-CONTEXT.md, iris_analyzer/parser.py, and iris_analyzer/compiler.py. The analyzer does not implement its own lexer, parser for C, or optimization passes. Its parser reads LLVM dump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iris_analyzer/compiler.py, iris_analyzer/parser.py, iris_analyzer/model.py, docs/IMPLEMENTATION_PLAN.md. Data flow: C source into Clang, pass dump into parser, snapshots into change filter, retained snapshots into a future report writer. Implemented modules: compiler, parser, and model. Reporting and command-line integration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iris_analyzer/compiler.py, parser.py, model.py, tests/test_compiler.py, and tests/test_parser.py. subprocess uses shell=False. Compiler diagnostics are bounded to 4,000 characters. No finished command-line application or report generation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python3 -m unittest discover -s tests -v, 21 tests passed on 2026-09-18. Sources: tests/test_parser.py and tests/test_compiler.py. Parser tests include immutable model contracts, whitespace normalization, empty input, banner variants, ordering, per-scope change filtering, and cap behavior. Compiler tests use mocks to check executable discovery, command construction, compiler output capture, errors, and timeout handling. A real end-to-end compiler demonstration and the CLI/report writer are still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a36858550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fe0b03a58405d" /><Relationship Type="http://schemas.openxmlformats.org/officeDocument/2006/relationships/slideLayout" Target="/ppt/slideLayouts/slideLayout1.xml" Id="Rb15c8bbab91a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c8bbab91a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1d14f3fb844e3" /><Relationship Type="http://schemas.openxmlformats.org/officeDocument/2006/relationships/notesSlide" Target="/ppt/notesSlides/notesSlide1.xml" Id="R096c55a9722642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be510151d4ea8" /><Relationship Type="http://schemas.openxmlformats.org/officeDocument/2006/relationships/notesSlide" Target="/ppt/notesSlides/notesSlide2.xml" Id="Ra6b87c6bbb2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a89f921e4576" /><Relationship Type="http://schemas.openxmlformats.org/officeDocument/2006/relationships/notesSlide" Target="/ppt/notesSlides/notesSlide3.xml" Id="R794fa9c576e8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30590b6064c29" /><Relationship Type="http://schemas.openxmlformats.org/officeDocument/2006/relationships/notesSlide" Target="/ppt/notesSlides/notesSlide4.xml" Id="Rca15946463e24c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1e291ca3d4017" /><Relationship Type="http://schemas.openxmlformats.org/officeDocument/2006/relationships/notesSlide" Target="/ppt/notesSlides/notesSlide5.xml" Id="R20c7d8278d4341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c53d2c8de4431" /><Relationship Type="http://schemas.openxmlformats.org/officeDocument/2006/relationships/notesSlide" Target="/ppt/notesSlides/notesSlide6.xml" Id="R331b86aec2f04d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234ece76e4b7e" /><Relationship Type="http://schemas.openxmlformats.org/officeDocument/2006/relationships/notesSlide" Target="/ppt/notesSlides/notesSlide7.xml" Id="R0cb87f2c12cb40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B674-12B3-42D2-8ADD-F89DFBF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4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Compiler Lab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83F03-2CA3-42BC-95A6-E67A9E6A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Vian Mangal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BC8E-D428-4BD1-92B6-88157B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24BAI0134</a:t>
            </a:r>
          </a:p>
        </p:txBody>
      </p:sp>
    </p:spTree>
    <p:extLst>
      <p:ext uri="{BB962C8B-B14F-4D97-AF65-F5344CB8AC3E}">
        <p14:creationId xmlns:p14="http://schemas.microsoft.com/office/powerpoint/2010/main" val="140283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8C691-4189-423A-A3B3-DD929D2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Topic and 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A6A7-062B-47E9-8C66-FD3E3DC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Topic: LLVM Pass Transformation Analyzer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D622C-5223-49DA-9102-F7051D51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compiler improves code through many steps.
It is hard to tell which steps changed the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B8A58-6AF7-4360-B03F-6EEE4AA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this topic: A small local project using Clang.
No GPU, database, or AI model is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B6390-B0EA-4D9A-B498-549A38E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71975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1FB76-D44E-4549-BBC9-95FAB4A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F0C43-6E22-42CE-B118-C3A6199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Capture LLVM IR snapshots from a small C program
using the Clang optimization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E09F-C348-4B0C-B32D-3F8C99F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Identify the pass name, scope, and execution order.
Keep snapshots that change the 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D3A8E-FE9B-4757-ABC5-C9284A09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Planned output: A readable transformation timeline
with saved IR snapshots and a JSON manifest.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E242A-CDCD-4B45-9177-D14705A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Scope: Local analysis of small C files.
No program execution, GPU support, or public server.</a:t>
            </a:r>
          </a:p>
        </p:txBody>
      </p:sp>
    </p:spTree>
    <p:extLst>
      <p:ext uri="{BB962C8B-B14F-4D97-AF65-F5344CB8AC3E}">
        <p14:creationId xmlns:p14="http://schemas.microsoft.com/office/powerpoint/2010/main" val="154979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7F062-E1B9-400E-972A-1E06C4E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Background and Compiler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4F98-4885-4F5E-86CE-07AEA7AE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Background study: Clang can expose LLVM pass dumps.
The analyzer organizes these dumps into useful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2BE4-02D3-47C9-B41A-CAFF5522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Frontend: Clang handles lexical analysis, parsing,
and semantic checks for the input C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EE875-D5D9-44C2-B169-86D8A26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Intermediate representation: LLVM IR describes
program operations before final machine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DF72-B854-4BC1-87AF-FC5B491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Optimization passes: Compare consecutive IR states
within the same function or module scope.</a:t>
            </a:r>
          </a:p>
        </p:txBody>
      </p:sp>
    </p:spTree>
    <p:extLst>
      <p:ext uri="{BB962C8B-B14F-4D97-AF65-F5344CB8AC3E}">
        <p14:creationId xmlns:p14="http://schemas.microsoft.com/office/powerpoint/2010/main" val="136538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82C2E-2C22-4509-9C3D-5DB05CC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System Design and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3D41D-89E3-4D4E-A239-764D987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Input and compiler capture
Resolve Clang and capture its optimization pass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34A08-F9D6-4B1C-A1A6-E7837161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Snapshot parser
Extract pass names, scopes, ordering, and IR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D0954-1BDE-488C-8B66-40DD646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Change filtering
Normalize formatting and compare snapshots per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6796-6851-4D92-A7D1-F926AB5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Reporting, planned
Write the retained timeline and snapshots to files.</a:t>
            </a:r>
          </a:p>
        </p:txBody>
      </p:sp>
    </p:spTree>
    <p:extLst>
      <p:ext uri="{BB962C8B-B14F-4D97-AF65-F5344CB8AC3E}">
        <p14:creationId xmlns:p14="http://schemas.microsoft.com/office/powerpoint/2010/main" val="1368729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66A19-15B6-4945-9CCD-7FD38A9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Technology Stack and Initial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7E276-8575-48D5-AD92-9090493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Python 3.10+ and its standard library
No external Python package is required for the analyzer.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34194-3BCA-4F65-89C3-7E1DA9A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Clang and LLVM
The compiler wrapper requests IR dumps at -O1.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5841-7594-4873-B473-11C8704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Working prototype: Compiler wrapper and IR parser.
It filters unchanged dumps and limits retained snapshots.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A0F7F-9C84-400B-BCEB-C0E54C4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Error handling: Missing compiler, launch failures,
compilation errors, and a 30-second timeout.</a:t>
            </a:r>
          </a:p>
        </p:txBody>
      </p:sp>
    </p:spTree>
    <p:extLst>
      <p:ext uri="{BB962C8B-B14F-4D97-AF65-F5344CB8AC3E}">
        <p14:creationId xmlns:p14="http://schemas.microsoft.com/office/powerpoint/2010/main" val="1521980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921FC-4CE6-483B-AE2E-66DF1EC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Testing and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F621-B19C-4E96-97FD-C068616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Parsing tests check pass names, order, and IR text.
They also check empty logs and different dump formats.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237B-279C-4C64-AD80-6A4AF2C2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Filtering tests check that unchanged IR is skipped.
They check separate scopes and snapshot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652A-EBD8-4FBB-84AE-8D747BB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Compiler tests simulate Clang to check discovery,
safe commands, error handling, and timeouts.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23132-0451-4AEB-A60B-A21DC8D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175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Results: All 21 unit tests passed. None failed.
The CLI, report files, and complete demo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43605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2026-09-18T08:59:36.3950000Z</dcterms:created>
  <dcterms:modified xsi:type="dcterms:W3CDTF">2026-09-18T08:59:36.3950000Z</dcterms:modified>
</coreProperties>
</file>